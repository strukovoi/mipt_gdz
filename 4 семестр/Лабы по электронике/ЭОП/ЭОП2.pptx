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58" r:id="rId4"/>
    <p:sldId id="260" r:id="rId5"/>
    <p:sldId id="266" r:id="rId6"/>
    <p:sldId id="262" r:id="rId7"/>
    <p:sldId id="265" r:id="rId8"/>
    <p:sldId id="268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AA122E5-A742-402A-8450-674A2048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Усилитель изображения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EBB5601-F4C1-423B-B522-A9D66D3CB7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1905000"/>
            <a:ext cx="6047619" cy="3816424"/>
          </a:xfrm>
          <a:prstGeom prst="rect">
            <a:avLst/>
          </a:prstGeom>
        </p:spPr>
      </p:pic>
      <p:pic>
        <p:nvPicPr>
          <p:cNvPr id="5122" name="Picture 2" descr="military night vision optic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1295400"/>
            <a:ext cx="2686050" cy="17049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740713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D460C02-E056-4460-8838-C28B277E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Спектральные параметры </a:t>
            </a:r>
            <a:r>
              <a:rPr lang="ru-RU" dirty="0" err="1" smtClean="0"/>
              <a:t>фотоумножителей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CE095B9A-D5BF-440A-880A-CC1ECFB7DE7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0"/>
            <a:ext cx="3215180" cy="32111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FBF605A-E263-463B-8402-BA6B7D1DC0BD}"/>
              </a:ext>
            </a:extLst>
          </p:cNvPr>
          <p:cNvSpPr txBox="1"/>
          <p:nvPr/>
        </p:nvSpPr>
        <p:spPr>
          <a:xfrm>
            <a:off x="1596322" y="1930715"/>
            <a:ext cx="164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Входное окно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A934AB1-0446-4758-B21B-7C5C9A972871}"/>
              </a:ext>
            </a:extLst>
          </p:cNvPr>
          <p:cNvSpPr txBox="1"/>
          <p:nvPr/>
        </p:nvSpPr>
        <p:spPr>
          <a:xfrm>
            <a:off x="4800600" y="1524000"/>
            <a:ext cx="3099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Чувствительность фотокатода</a:t>
            </a:r>
          </a:p>
          <a:p>
            <a:pPr algn="ctr"/>
            <a:r>
              <a:rPr lang="ru-RU" dirty="0" smtClean="0"/>
              <a:t>(квантовая эффективность)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1060" y="2271712"/>
            <a:ext cx="5324340" cy="428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867158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xmlns="" id="{C3D4C7DC-1F40-44E1-B7CB-0D5C3CAD6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Микроканальная пластина</a:t>
            </a:r>
          </a:p>
        </p:txBody>
      </p:sp>
      <p:pic>
        <p:nvPicPr>
          <p:cNvPr id="59395" name="Picture 3">
            <a:extLst>
              <a:ext uri="{FF2B5EF4-FFF2-40B4-BE49-F238E27FC236}">
                <a16:creationId xmlns:a16="http://schemas.microsoft.com/office/drawing/2014/main" xmlns="" id="{6DD1BF65-69C4-4A95-A219-9E159C376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0700" y="2349500"/>
            <a:ext cx="6427788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396" name="Picture 4">
            <a:extLst>
              <a:ext uri="{FF2B5EF4-FFF2-40B4-BE49-F238E27FC236}">
                <a16:creationId xmlns:a16="http://schemas.microsoft.com/office/drawing/2014/main" xmlns="" id="{2817E4CA-17CB-4D95-B362-486758DDD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6000" y="1484313"/>
            <a:ext cx="3994150" cy="231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397" name="Text Box 5">
            <a:extLst>
              <a:ext uri="{FF2B5EF4-FFF2-40B4-BE49-F238E27FC236}">
                <a16:creationId xmlns:a16="http://schemas.microsoft.com/office/drawing/2014/main" xmlns="" id="{EB051F02-5B2B-4D8B-A60B-9857236B9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5392738"/>
            <a:ext cx="3416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Толщина пластины: 0.5…1 мм</a:t>
            </a:r>
          </a:p>
          <a:p>
            <a:pPr eaLnBrk="1" hangingPunct="1"/>
            <a:r>
              <a:rPr lang="ru-RU" altLang="ru-RU"/>
              <a:t>Диаметр каналов 10-15 мкм</a:t>
            </a:r>
          </a:p>
        </p:txBody>
      </p:sp>
      <p:sp>
        <p:nvSpPr>
          <p:cNvPr id="59398" name="Text Box 6">
            <a:extLst>
              <a:ext uri="{FF2B5EF4-FFF2-40B4-BE49-F238E27FC236}">
                <a16:creationId xmlns:a16="http://schemas.microsoft.com/office/drawing/2014/main" xmlns="" id="{BFE86842-1B61-4A05-B619-86C29FA39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5"/>
            <a:ext cx="220503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Усиление 10</a:t>
            </a:r>
            <a:r>
              <a:rPr lang="ru-RU" altLang="ru-RU" baseline="30000"/>
              <a:t>4</a:t>
            </a:r>
            <a:r>
              <a:rPr lang="ru-RU" altLang="ru-RU"/>
              <a:t> – 10</a:t>
            </a:r>
            <a:r>
              <a:rPr lang="ru-RU" altLang="ru-RU" baseline="30000"/>
              <a:t>8</a:t>
            </a:r>
          </a:p>
          <a:p>
            <a:pPr eaLnBrk="1" hangingPunct="1"/>
            <a:endParaRPr lang="ru-RU" altLang="ru-RU" baseline="30000"/>
          </a:p>
        </p:txBody>
      </p:sp>
      <p:sp>
        <p:nvSpPr>
          <p:cNvPr id="59399" name="Text Box 7">
            <a:extLst>
              <a:ext uri="{FF2B5EF4-FFF2-40B4-BE49-F238E27FC236}">
                <a16:creationId xmlns:a16="http://schemas.microsoft.com/office/drawing/2014/main" xmlns="" id="{FE01D325-9A52-4EB7-A475-227F54D9B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0" y="1360488"/>
            <a:ext cx="830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1-4 кВ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D67A082-8EAB-48DB-90BC-83AF360C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напряжения на коэффициент усиления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3F5A391-BA7B-429D-8B40-6BF97F4C7BC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5656" y="1700808"/>
            <a:ext cx="6192688" cy="41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4538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Спектры излучения катодолюминофоров</a:t>
            </a:r>
            <a:endParaRPr lang="ru-RU" dirty="0"/>
          </a:p>
        </p:txBody>
      </p:sp>
      <p:pic>
        <p:nvPicPr>
          <p:cNvPr id="20482" name="Picture 2" descr="undefin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6705600" cy="4363879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3657600" y="1905000"/>
            <a:ext cx="8499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P31</a:t>
            </a:r>
            <a:r>
              <a:rPr lang="en-US" dirty="0" smtClean="0"/>
              <a:t>  </a:t>
            </a:r>
            <a:endParaRPr lang="ru-RU" dirty="0" smtClean="0"/>
          </a:p>
          <a:p>
            <a:r>
              <a:rPr lang="en-US" dirty="0" err="1" smtClean="0"/>
              <a:t>ZnS:Cu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905000" y="2590800"/>
            <a:ext cx="8242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P22B</a:t>
            </a:r>
            <a:endParaRPr lang="ru-RU" dirty="0" smtClean="0"/>
          </a:p>
          <a:p>
            <a:r>
              <a:rPr lang="en-US" dirty="0" err="1" smtClean="0"/>
              <a:t>ZnS:Ag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162800" y="3276600"/>
            <a:ext cx="1108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YVO</a:t>
            </a:r>
            <a:r>
              <a:rPr lang="en-US" baseline="-25000" dirty="0" smtClean="0"/>
              <a:t>4</a:t>
            </a:r>
            <a:r>
              <a:rPr lang="en-US" dirty="0" smtClean="0"/>
              <a:t>:Eu</a:t>
            </a:r>
            <a:r>
              <a:rPr lang="en-US" baseline="30000" dirty="0" smtClean="0"/>
              <a:t>3+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45D093-57FD-4D89-947D-19A684E0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Streak camera</a:t>
            </a:r>
            <a:endParaRPr lang="ru-RU" dirty="0"/>
          </a:p>
        </p:txBody>
      </p:sp>
      <p:pic>
        <p:nvPicPr>
          <p:cNvPr id="96262" name="Picture 6" descr="Streak camera | Hamamatsu Photonics">
            <a:extLst>
              <a:ext uri="{FF2B5EF4-FFF2-40B4-BE49-F238E27FC236}">
                <a16:creationId xmlns:a16="http://schemas.microsoft.com/office/drawing/2014/main" xmlns="" id="{EC392AC9-C08A-4F41-B779-C627077C4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691517"/>
            <a:ext cx="3287567" cy="197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6264" name="Picture 8" descr="Impact of laser phase and amplitude noises on streak camera ...">
            <a:extLst>
              <a:ext uri="{FF2B5EF4-FFF2-40B4-BE49-F238E27FC236}">
                <a16:creationId xmlns:a16="http://schemas.microsoft.com/office/drawing/2014/main" xmlns="" id="{95947178-80BD-4136-8EDA-144E736FD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381" y="4609965"/>
            <a:ext cx="4788024" cy="197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1600200"/>
            <a:ext cx="8465809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6400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Время – длина волны</a:t>
            </a:r>
            <a:endParaRPr lang="ru-RU" dirty="0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362200"/>
            <a:ext cx="882253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Время – длина волны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33830"/>
            <a:ext cx="9144000" cy="375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Время - пространство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362200"/>
            <a:ext cx="8921834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56</Words>
  <Application>Microsoft Office PowerPoint</Application>
  <PresentationFormat>Экран (4:3)</PresentationFormat>
  <Paragraphs>21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Усилитель изображения</vt:lpstr>
      <vt:lpstr>Спектральные параметры фотоумножителей</vt:lpstr>
      <vt:lpstr>Микроканальная пластина</vt:lpstr>
      <vt:lpstr>Влияние напряжения на коэффициент усиления</vt:lpstr>
      <vt:lpstr>Спектры излучения катодолюминофоров</vt:lpstr>
      <vt:lpstr>Streak camera</vt:lpstr>
      <vt:lpstr>Время – длина волны</vt:lpstr>
      <vt:lpstr>Время – длина волны</vt:lpstr>
      <vt:lpstr>Время - пространство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Микроканальная пластина</dc:title>
  <dc:creator>Torx</dc:creator>
  <cp:lastModifiedBy>U-ser</cp:lastModifiedBy>
  <cp:revision>23</cp:revision>
  <dcterms:created xsi:type="dcterms:W3CDTF">2006-08-16T00:00:00Z</dcterms:created>
  <dcterms:modified xsi:type="dcterms:W3CDTF">2025-02-12T08:26:56Z</dcterms:modified>
</cp:coreProperties>
</file>